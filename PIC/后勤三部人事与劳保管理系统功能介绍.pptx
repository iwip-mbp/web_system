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rPr dirty="0" err="1"/>
              <a:t>后勤三部精益管理与数字化建设成果</a:t>
            </a:r>
            <a:endParaRPr dirty="0"/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人事与劳保管理系统功能汇报</a:t>
            </a:r>
            <a:endParaRPr dirty="0"/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  <a:latin typeface="Microsoft YaHei"/>
              </a:defRPr>
            </a:pPr>
            <a:r>
              <a:rPr dirty="0" err="1"/>
              <a:t>消除管理浪费</a:t>
            </a:r>
            <a:r>
              <a:rPr dirty="0"/>
              <a:t> · </a:t>
            </a:r>
            <a:r>
              <a:rPr dirty="0" err="1"/>
              <a:t>提升运营效率</a:t>
            </a:r>
            <a:r>
              <a:rPr dirty="0"/>
              <a:t> · </a:t>
            </a:r>
            <a:r>
              <a:rPr dirty="0" err="1"/>
              <a:t>实时精准掌控</a:t>
            </a:r>
            <a:r>
              <a:rPr dirty="0"/>
              <a:t> · </a:t>
            </a:r>
            <a:r>
              <a:rPr dirty="0" err="1"/>
              <a:t>保障数据安全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29129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Microsoft YaHei"/>
              </a:defRPr>
            </a:pPr>
            <a:r>
              <a:rPr dirty="0" err="1"/>
              <a:t>汇报部门：后勤三部</a:t>
            </a:r>
            <a:r>
              <a:rPr dirty="0"/>
              <a:t>  |  </a:t>
            </a:r>
            <a:r>
              <a:rPr dirty="0" err="1"/>
              <a:t>汇报人：张金刚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AGENDA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汇报目录与内容纲要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01. </a:t>
            </a:r>
            <a:r>
              <a:rPr dirty="0" err="1"/>
              <a:t>系统研发背景与痛点分析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Microsoft YaHei"/>
              </a:defRPr>
            </a:pPr>
            <a:r>
              <a:rPr dirty="0" err="1"/>
              <a:t>手工台账效率低、劳保无到期提醒、合规计算困难、数据存在丢失风险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02. </a:t>
            </a:r>
            <a:r>
              <a:rPr dirty="0" err="1"/>
              <a:t>精益降本与核心价值概览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Microsoft YaHei"/>
              </a:defRPr>
            </a:pPr>
            <a:r>
              <a:rPr dirty="0" err="1"/>
              <a:t>围绕效率提升、准确性、实时性与数据安全性四大支柱展开精益改善</a:t>
            </a:r>
            <a:r>
              <a:rPr dirty="0"/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03. </a:t>
            </a:r>
            <a:r>
              <a:rPr dirty="0" err="1"/>
              <a:t>核心业务功能与界面实拍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Microsoft YaHei"/>
              </a:defRPr>
            </a:pPr>
            <a:r>
              <a:rPr dirty="0" err="1"/>
              <a:t>实拍演示数据看板、花名册检索、组织架构、劳保管理、考勤对账与灾备</a:t>
            </a:r>
            <a:r>
              <a:rPr dirty="0"/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04. </a:t>
            </a:r>
            <a:r>
              <a:rPr dirty="0" err="1"/>
              <a:t>降本增效成果与总结建议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Microsoft YaHei"/>
              </a:defRPr>
            </a:pPr>
            <a:r>
              <a:rPr dirty="0"/>
              <a:t>量化效益总结（0软件授权费、</a:t>
            </a:r>
            <a:r>
              <a:rPr lang="zh-CN" altLang="en-US" dirty="0"/>
              <a:t>劳保管理</a:t>
            </a:r>
            <a:r>
              <a:rPr dirty="0"/>
              <a:t>、</a:t>
            </a:r>
            <a:r>
              <a:rPr dirty="0" err="1"/>
              <a:t>考勤</a:t>
            </a:r>
            <a:r>
              <a:rPr lang="zh-CN" altLang="en-US" dirty="0"/>
              <a:t>汇总统计</a:t>
            </a:r>
            <a:r>
              <a:rPr dirty="0"/>
              <a:t>效率提升</a:t>
            </a:r>
            <a:r>
              <a:rPr lang="en-US" dirty="0"/>
              <a:t>100</a:t>
            </a:r>
            <a:r>
              <a:rPr dirty="0"/>
              <a:t>%）。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模块01 · </a:t>
            </a:r>
            <a:r>
              <a:rPr dirty="0" err="1"/>
              <a:t>实时用工监控</a:t>
            </a:r>
            <a:endParaRPr dirty="0"/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用工数据看板与入职</a:t>
            </a:r>
            <a:r>
              <a:rPr dirty="0"/>
              <a:t>/</a:t>
            </a:r>
            <a:r>
              <a:rPr dirty="0" err="1"/>
              <a:t>离职双趋势分析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23304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877671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使用用途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同屏直观展现月度新入职与离职人数流动走势，实时监控各车间在职人数与定编对比（Active</a:t>
            </a:r>
            <a:r>
              <a:rPr dirty="0"/>
              <a:t> vs Quota）。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精益优点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/>
              <a:t>提前1-2个月预判用工缺口，平抑用工波动，降低紧急招聘与培训成本。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核心指标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全员流动率、各车间定编达成率、双趋势流动对比秒级动态呈现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4951" y="1371600"/>
            <a:ext cx="7455049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_数据看板与双趋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474" y="1783808"/>
            <a:ext cx="7156126" cy="4025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模块02 · 极速数据检索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员工花名册全局检索与多语言标准词典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0621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008094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使用用途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提供全局模糊检索、车间</a:t>
            </a:r>
            <a:r>
              <a:rPr dirty="0"/>
              <a:t>/</a:t>
            </a:r>
            <a:r>
              <a:rPr lang="zh-CN" altLang="en-US" dirty="0"/>
              <a:t>归属</a:t>
            </a:r>
            <a:r>
              <a:rPr dirty="0" err="1"/>
              <a:t>公司</a:t>
            </a:r>
            <a:r>
              <a:rPr dirty="0"/>
              <a:t>/</a:t>
            </a:r>
            <a:r>
              <a:rPr dirty="0" err="1"/>
              <a:t>状态</a:t>
            </a:r>
            <a:r>
              <a:rPr lang="zh-CN" altLang="en-US" dirty="0"/>
              <a:t>等</a:t>
            </a:r>
            <a:r>
              <a:rPr dirty="0" err="1"/>
              <a:t>联合筛选、离职流转办理及标准</a:t>
            </a:r>
            <a:r>
              <a:rPr dirty="0"/>
              <a:t> Excel </a:t>
            </a:r>
            <a:r>
              <a:rPr dirty="0" err="1"/>
              <a:t>报表一键导出</a:t>
            </a:r>
            <a:r>
              <a:rPr dirty="0"/>
              <a:t>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精益优点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/>
              <a:t>查询响应时间缩短至1秒内（效率提升</a:t>
            </a:r>
            <a:r>
              <a:rPr lang="en-US" dirty="0"/>
              <a:t>100</a:t>
            </a:r>
            <a:r>
              <a:rPr dirty="0"/>
              <a:t>%），</a:t>
            </a:r>
            <a:r>
              <a:rPr dirty="0" err="1"/>
              <a:t>中印双语岗位无缝切换</a:t>
            </a:r>
            <a:r>
              <a:rPr dirty="0"/>
              <a:t>，</a:t>
            </a:r>
            <a:r>
              <a:rPr lang="zh-CN" altLang="en-US" dirty="0"/>
              <a:t>常用信息预设为选项，</a:t>
            </a:r>
            <a:r>
              <a:rPr dirty="0" err="1"/>
              <a:t>彻底消除录错</a:t>
            </a:r>
            <a:r>
              <a:rPr dirty="0"/>
              <a:t>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安全保护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lang="zh-CN" altLang="en-US" dirty="0"/>
              <a:t>低权限账号</a:t>
            </a:r>
            <a:r>
              <a:rPr dirty="0" err="1"/>
              <a:t>脱敏显示身份证号，离职办理自动追溯记录</a:t>
            </a:r>
            <a:r>
              <a:rPr dirty="0"/>
              <a:t> 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95021" y="1371600"/>
            <a:ext cx="8234979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_员工花名册全局检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824" y="1721055"/>
            <a:ext cx="7347372" cy="4132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模块03 · 跨国合规管理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动态组织架构与本土化率指标实时监控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31633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214282" cy="314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使用用途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动态渲染多层级树状图</a:t>
            </a:r>
            <a:r>
              <a:rPr dirty="0"/>
              <a:t>/</a:t>
            </a:r>
            <a:r>
              <a:rPr dirty="0" err="1"/>
              <a:t>烈日图组织架构，首位高亮卡片实时计算并展示“本土化率</a:t>
            </a:r>
            <a:r>
              <a:rPr dirty="0"/>
              <a:t>”。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精益优点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/>
              <a:t>跨国用工本土化率计算升级为秒级实时监控，确保园区用工100%符合当地法规，规避合规风险。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特色功能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/>
              <a:t>支持“</a:t>
            </a:r>
            <a:r>
              <a:rPr dirty="0" err="1"/>
              <a:t>历史组织架构查询</a:t>
            </a:r>
            <a:r>
              <a:rPr dirty="0"/>
              <a:t>”，</a:t>
            </a:r>
            <a:r>
              <a:rPr dirty="0" err="1"/>
              <a:t>选择任意历史日期自动回溯架构与历史本土化率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6033" y="1371600"/>
            <a:ext cx="7983967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0FBFE71-DC94-FE69-7596-15139FED6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881" y="1766046"/>
            <a:ext cx="7411692" cy="4159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模块04 · 物资防浪费控成本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劳保用品全生命周期管理与到期预警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77845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294965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使用用途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/>
              <a:t>建立劳保出入库台账、个人领用分配及“</a:t>
            </a:r>
            <a:r>
              <a:rPr dirty="0" err="1"/>
              <a:t>到期未换发自动提醒看板</a:t>
            </a:r>
            <a:r>
              <a:rPr dirty="0"/>
              <a:t>”，</a:t>
            </a:r>
            <a:r>
              <a:rPr dirty="0" err="1"/>
              <a:t>设置领用周期与配额</a:t>
            </a:r>
            <a:r>
              <a:rPr dirty="0"/>
              <a:t>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精益优点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lang="zh-CN" altLang="en-US" dirty="0"/>
              <a:t>提前提醒劳保领用，避免人工统计错漏，提高工作效率。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392245" y="1371600"/>
            <a:ext cx="8037755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_劳保用品全生命周期管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988" y="1624405"/>
            <a:ext cx="7779572" cy="4376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模块05 · 考勤高效极速对账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考勤日志与排休模板自动化解析比对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137186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954306" cy="2764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使用用途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导入原始打卡日志与排休模板，后端算法引擎秒级完成考勤比对与转换</a:t>
            </a:r>
            <a:r>
              <a:rPr dirty="0"/>
              <a:t>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精益优点</a:t>
            </a:r>
            <a:endParaRPr dirty="0"/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lang="zh-CN" altLang="en-US" dirty="0"/>
              <a:t>提高工作效率</a:t>
            </a:r>
            <a:endParaRPr lang="en-US" dirty="0"/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结果导出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对账结果一键导出</a:t>
            </a:r>
            <a:r>
              <a:rPr dirty="0"/>
              <a:t> </a:t>
            </a:r>
            <a:r>
              <a:rPr dirty="0" err="1"/>
              <a:t>Excel，消除考勤错算引发的薪酬争议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51586" y="1371600"/>
            <a:ext cx="8378414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_考勤自动对账与转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153" y="1554480"/>
            <a:ext cx="8075407" cy="4542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模块06 · 数据安全与无人值守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全动作审计留痕与每日全自动加密灾备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17868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909482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使用用途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系统关键新增、修改与删除操作全留痕对比；每日</a:t>
            </a:r>
            <a:r>
              <a:rPr dirty="0"/>
              <a:t> 02:00 </a:t>
            </a:r>
            <a:r>
              <a:rPr dirty="0" err="1"/>
              <a:t>全自动导出加密备份至本地硬盘</a:t>
            </a:r>
            <a:r>
              <a:rPr dirty="0"/>
              <a:t>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精益优点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/>
              <a:t>彻底防范数据丢失风险，数据恢复成功率100%；</a:t>
            </a:r>
            <a:r>
              <a:rPr dirty="0" err="1"/>
              <a:t>零专职</a:t>
            </a:r>
            <a:r>
              <a:rPr dirty="0"/>
              <a:t> DBA </a:t>
            </a:r>
            <a:r>
              <a:rPr dirty="0" err="1"/>
              <a:t>运维成本，节省预算</a:t>
            </a:r>
            <a:r>
              <a:rPr dirty="0"/>
              <a:t>。</a:t>
            </a:r>
          </a:p>
          <a:p>
            <a:pPr>
              <a:spcBef>
                <a:spcPts val="1400"/>
              </a:spcBef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● </a:t>
            </a:r>
            <a:r>
              <a:rPr dirty="0" err="1"/>
              <a:t>权限隔离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敏感功能（清空日志、备份恢复）严格限定超级管理员</a:t>
            </a:r>
            <a:r>
              <a:rPr dirty="0"/>
              <a:t> admin </a:t>
            </a:r>
            <a:r>
              <a:rPr dirty="0" err="1"/>
              <a:t>执行，防范越权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32268" y="1371600"/>
            <a:ext cx="8297732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_系统审计日志与安全管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497" y="1554480"/>
            <a:ext cx="8061063" cy="45343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EXECUTIVE SUMMARY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  <a:latin typeface="Microsoft YaHei"/>
              </a:defRPr>
            </a:pPr>
            <a:r>
              <a:t>系统降本增效成果与总结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🚀 </a:t>
            </a:r>
            <a:r>
              <a:rPr dirty="0" err="1"/>
              <a:t>效率提升</a:t>
            </a:r>
            <a:r>
              <a:rPr dirty="0"/>
              <a:t> 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Microsoft YaHei"/>
              </a:defRPr>
            </a:pPr>
            <a:r>
              <a:rPr dirty="0"/>
              <a:t>花名册查询秒级响应，考勤比对从</a:t>
            </a:r>
            <a:r>
              <a:rPr lang="en-US" dirty="0"/>
              <a:t>1</a:t>
            </a:r>
            <a:r>
              <a:rPr dirty="0"/>
              <a:t>天缩短至15分钟，全面消除人工繁重对账。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🎯 </a:t>
            </a:r>
            <a:r>
              <a:rPr dirty="0" err="1"/>
              <a:t>数据准确率</a:t>
            </a:r>
            <a:r>
              <a:rPr dirty="0"/>
              <a:t> 100%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标准化多语言词典与自动比对算法，彻底消除人工录入与计算错漏</a:t>
            </a:r>
            <a:r>
              <a:rPr dirty="0"/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⚡ </a:t>
            </a:r>
            <a:r>
              <a:rPr dirty="0" err="1"/>
              <a:t>实时动态掌控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用工趋势、车间定编与印尼籍本土化率秒级监控，提前预判用工缺口</a:t>
            </a:r>
            <a:r>
              <a:rPr dirty="0"/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8463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/>
              <a:t>🛡️ </a:t>
            </a:r>
            <a:r>
              <a:rPr dirty="0" err="1"/>
              <a:t>数据安全与零成本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Microsoft YaHei"/>
              </a:defRPr>
            </a:pPr>
            <a:r>
              <a:rPr dirty="0" err="1"/>
              <a:t>审计留痕</a:t>
            </a:r>
            <a:r>
              <a:rPr dirty="0"/>
              <a:t> + </a:t>
            </a:r>
            <a:r>
              <a:rPr dirty="0" err="1"/>
              <a:t>每日全自动加密灾备；全自主研发，软件许可与订阅费用为</a:t>
            </a:r>
            <a:r>
              <a:rPr dirty="0"/>
              <a:t> ￥0 元</a:t>
            </a:r>
            <a:r>
              <a:rPr lang="zh-CN" altLang="en-US" dirty="0"/>
              <a:t>。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352</Words>
  <Application>Microsoft Office PowerPoint</Application>
  <PresentationFormat>宽屏</PresentationFormat>
  <Paragraphs>70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语 谟</cp:lastModifiedBy>
  <cp:revision>3</cp:revision>
  <dcterms:created xsi:type="dcterms:W3CDTF">2013-01-27T09:14:16Z</dcterms:created>
  <dcterms:modified xsi:type="dcterms:W3CDTF">2026-08-11T04:54:37Z</dcterms:modified>
  <cp:category/>
</cp:coreProperties>
</file>